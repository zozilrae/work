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AI 에이전트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70C0"/>
                </a:solidFill>
              </a:defRPr>
            </a:pPr>
            <a:r>
              <a:t>기초부터 고급까지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C72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AI 에이전트의 개념과 정의 이해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에이전트의 기본 구조와 구성요소 파악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에이전트의 작동 원리와 의사결정 방식 학습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실제 응용 사례와 활용 분야 인식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현재와 미래의 AI 에이전트 트렌드 파악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C72"/>
                </a:solidFill>
              </a:defRPr>
            </a:pPr>
            <a:r>
              <a:t>강의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AI 에이전트란 무엇인가?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에이전트의 구조와 구성요소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의사결정과 작동 원리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실제 응용 사례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5. 미래 전망과 과제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C72"/>
                </a:solidFill>
              </a:defRPr>
            </a:pPr>
            <a:r>
              <a:t>AI 에이전트란?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자동으로 사람의 목표 달성을 돕기 위해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환경과 상호작용하며 독립적으로 행동하는 소프트웨어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자율성: 사람의 직접적인 명령 없이 스스로 결정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반응성: 환경의 변화에 즉시 대응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학습성: 경험을 통해 성능 개선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C72"/>
                </a:solidFill>
              </a:defRPr>
            </a:pPr>
            <a:r>
              <a:t>에이전트의 핵심 특징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📊 자동화: 반복적 작업 자동 수행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🧠 지능성: 추론과 학습을 통한 의사결정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🔄 상호작용: 사람과 환경과의 협력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⚡ 실시간성: 즉각적인 반응과 조정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🎯 목표 지향성: 정의된 목표 달성 추구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C72"/>
                </a:solidFill>
              </a:defRPr>
            </a:pPr>
            <a:r>
              <a:t>에이전트의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감지(Sensing) → 처리(Reasoning) → 행동(Acting)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1️⃣ 센서: 환경 정보 수집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데이터 입력, 사용자 요청, 외부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2️⃣ 인지/판단: 정보 처리 및 의사결정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LLM, 규칙 엔진, 기계학습 모델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3️⃣ 액추에이터: 결정 실행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응답 생성, 도구 호출, 외부 시스템 제어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C72"/>
                </a:solidFill>
              </a:defRPr>
            </a:pPr>
            <a:r>
              <a:t>에이전트의 작동 원리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1단계: 목표 설정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→ '사용자의 질문에 대한 최적의 답변 찾기'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2단계: 상황 분석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→ 사용 가능한 도구와 정보 파악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3단계: 계획 수립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→ 필요한 단계와 도구 결정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4단계: 실행 및 평가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→ 도구 호출 → 결과 확인 → 반복 또는 최종 응답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C72"/>
                </a:solidFill>
              </a:defRPr>
            </a:pPr>
            <a:r>
              <a:t>실제 응용 사례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🤖 챗봇 및 가상 어시스턴트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예: ChatGPT의 플러그인, Alexa, Google Assistant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📊 데이터 분석 에이전트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예: 자동 리포트 생성, 이상 탐지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🎯 추천 시스템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예: Netflix 추천, Spotify 플레이리스트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🏭 자동화 에이전트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예: RPA(업무 자동화), 소프트웨어 테스팅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C72"/>
                </a:solidFill>
              </a:defRPr>
            </a:pPr>
            <a:r>
              <a:t>도전과제와 미래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🚀 미래 방향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멀티에이전트 협력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자율적 학습 및 적응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신뢰성과 안전성 강화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⚠️ 해결 과제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환각(Hallucination) 감소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설명 가능성 확보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• 윤리적 문제 대응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감사합니다!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70C0"/>
                </a:solidFill>
              </a:defRPr>
            </a:pPr>
            <a:r>
              <a:t>질문해주세요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